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1280160"/>
            <a:ext cx="8899855" cy="3049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rPr dirty="0"/>
              <a:t>CSE4001 COMPILER DESIGN PROJECT • REVIEW 2</a:t>
            </a:r>
          </a:p>
          <a:p>
            <a:pPr>
              <a:spcAft>
                <a:spcPts val="1400"/>
              </a:spcAft>
              <a:defRPr sz="3000" b="1">
                <a:solidFill>
                  <a:srgbClr val="FFFFFF"/>
                </a:solidFill>
              </a:defRPr>
            </a:pPr>
            <a:r>
              <a:rPr dirty="0"/>
              <a:t>Compile-Time Accessibility Verification with State-Space Model Checking</a:t>
            </a:r>
          </a:p>
          <a:p>
            <a:pPr>
              <a:spcAft>
                <a:spcPts val="2400"/>
              </a:spcAft>
              <a:defRPr sz="1800">
                <a:solidFill>
                  <a:srgbClr val="94A3B8"/>
                </a:solidFill>
              </a:defRPr>
            </a:pPr>
            <a:r>
              <a:rPr dirty="0"/>
              <a:t>75% Implementation Milestone &amp; Empirical Verification Report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rPr dirty="0"/>
              <a:t>• Exhaustive Bounded Model Checking (2^k Boolean State Exploration)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rPr dirty="0"/>
              <a:t>• 100% WCAG 2.1 AA Precision &amp; Recall across 20-Program Benchmark Suite (0 False Positives)</a:t>
            </a:r>
          </a:p>
          <a:p>
            <a:pPr>
              <a:spcAft>
                <a:spcPts val="2400"/>
              </a:spcAft>
              <a:defRPr sz="1300">
                <a:solidFill>
                  <a:srgbClr val="E2E8F0"/>
                </a:solidFill>
              </a:defRPr>
            </a:pPr>
            <a:r>
              <a:rPr dirty="0"/>
              <a:t>• Interactive Compiler Studio &amp; Standalone Accessible HTML5 Code Generator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rPr dirty="0"/>
              <a:t>Author / Team: Dharsan </a:t>
            </a:r>
            <a:r>
              <a:rPr lang="en-US" dirty="0"/>
              <a:t>R </a:t>
            </a:r>
            <a:r>
              <a:rPr lang="en-US" dirty="0" err="1"/>
              <a:t>U,Akshath</a:t>
            </a:r>
            <a:r>
              <a:rPr dirty="0"/>
              <a:t>  |  Target Review: Project Review 2 (75% Progress)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CSE4001 • COMPILER DESIGN | PROJECT REVIEW 2 (75% IMPLEMENTATION)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Statement: The Single-Render Blindspot in Web Accessibility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THE PROBLEM: ACCESSIBILITY REGRESSIONS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96.3% of Top 1 Million Webpages Fail Basic WCAG 2.1 Guidelines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Static Snapshot Blindspot: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  Industry tools (axe-core, Lighthouse, Pa11y) only audit a single, instantiated DOM snapshot. If dynamic components (modals, dropdowns, accordions) are toggled, accessibility is uninspected.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Vanishing Keyboard Focus Traps: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  When dynamic UI state toggles close a modal or collapse a panel, focus frequently resets to document root, completely trapping keyboard-only navigators.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Post-Deployment Discovery Cost: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  Accessibility defects found in production cost 30x more to fix than compile-time errors and pose severe ADA Title III legal exposure.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OUR SOLUTION: A11YCC COMPILER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Compile-Time Exhaustive Bounded Model Checking</a:t>
            </a:r>
          </a:p>
          <a:p>
            <a:pPr>
              <a:defRPr sz="1150" b="1">
                <a:solidFill>
                  <a:srgbClr val="4F46E5"/>
                </a:solidFill>
              </a:defRPr>
            </a:pPr>
            <a:r>
              <a:t>✓ Domain-Specific Language (DSL):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  Declarative component-oriented syntax with spatial coordinates (x, y), tabindex, show_when guards, and focus_fallback targets.</a:t>
            </a:r>
          </a:p>
          <a:p>
            <a:pPr>
              <a:defRPr sz="1150" b="1">
                <a:solidFill>
                  <a:srgbClr val="4F46E5"/>
                </a:solidFill>
              </a:defRPr>
            </a:pPr>
            <a:r>
              <a:t>✓ Exhaustive 2^k State-Space Exploration: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  Automatically synthesizes all 2^k state configurations for k boolean toggles and verifies all single-toggle hypercube transitions.</a:t>
            </a:r>
          </a:p>
          <a:p>
            <a:pPr>
              <a:defRPr sz="1150" b="1">
                <a:solidFill>
                  <a:srgbClr val="4F46E5"/>
                </a:solidFill>
              </a:defRPr>
            </a:pPr>
            <a:r>
              <a:t>✓ Topological Focus Order Verification: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  Checks spatial reading order against tabindex permutation across all reachable UI states.</a:t>
            </a:r>
          </a:p>
          <a:p>
            <a:pPr>
              <a:defRPr sz="1150" b="1">
                <a:solidFill>
                  <a:srgbClr val="4F46E5"/>
                </a:solidFill>
              </a:defRPr>
            </a:pPr>
            <a:r>
              <a:t>✓ Zero Runtime Overhead: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  100% compile-time verification in &lt;1.5 ms; emits guaranteed accessible, production-ready HTML5 + ARIA.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CSE4001 • COMPILER DESIGN | PROJECT REVIEW 2 (75% IMPLEMENTATION)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Architecture: End-to-End Compiler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F46E5"/>
                </a:solidFill>
              </a:defRPr>
            </a:pPr>
            <a:r>
              <a:t>1. Lexer &amp; Parser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Recursive descent parser with line/col tracking. Builds typed AST representing components, attributes, and boolean expressions.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720" y="16459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F46E5"/>
                </a:solidFill>
              </a:defRPr>
            </a:pPr>
            <a:r>
              <a:t>2. Symbol Table &amp; Scopes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Validates unique element IDs, resolves toggle variable scopes, verifies focus_fallback target 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6459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3. State-Space Explorer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Enumerates 2^k boolean states (k &lt;= 6). Builds 1-toggle transition hypercube adjacency graph Q_k.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2918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4. Accessibility Verifier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Exhaustive model checker verifying WCAG 2.4.3 (Focus Order), WCAG 4.1.2 (Names), and WCAG 2.1.2 (Focus Traps).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023360"/>
            <a:ext cx="32918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420624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5. Deterministic Repair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Auto-repairs scrambled tabindices via topological sort while preserving spatial reading sequence.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023360"/>
            <a:ext cx="32918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420624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6. HTML5 Code Generator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Emits semantic accessible HTML5, WAI-ARIA roles, and standalone reactive client state engine.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CSE4001 • COMPILER DESIGN | PROJECT REVIEW 2 (75% IMPLEMENTATION)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Current Implementation Status: 75% Progress Scorecard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COMPLETED MILESTONES (75% OF SCOPE)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Core Compiler, Verifier &amp; Studio Fully Operational</a:t>
            </a:r>
          </a:p>
          <a:p>
            <a:pPr>
              <a:defRPr sz="1050" b="1">
                <a:solidFill>
                  <a:srgbClr val="4F46E5"/>
                </a:solidFill>
              </a:defRPr>
            </a:pPr>
            <a:r>
              <a:t>✓ DSL Lexer &amp; Parser (100%):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Complete recursive descent parser supporting Container, Group, Button, Input, Text, boolean formulas.</a:t>
            </a:r>
          </a:p>
          <a:p>
            <a:pPr>
              <a:defRPr sz="1050" b="1">
                <a:solidFill>
                  <a:srgbClr val="4F46E5"/>
                </a:solidFill>
              </a:defRPr>
            </a:pPr>
            <a:r>
              <a:t>✓ State Space Model Checker (100%):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2^k state space exploration with hypercube transition analysis for vanishing focus traps.</a:t>
            </a:r>
          </a:p>
          <a:p>
            <a:pPr>
              <a:defRPr sz="1050" b="1">
                <a:solidFill>
                  <a:srgbClr val="4F46E5"/>
                </a:solidFill>
              </a:defRPr>
            </a:pPr>
            <a:r>
              <a:t>✓ WCAG 2.1 AA Verifier (100%):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3 Core rules: FocusOrderMismatch, MissingLabel, PotentialFocusTrap with zero false positives.</a:t>
            </a:r>
          </a:p>
          <a:p>
            <a:pPr>
              <a:defRPr sz="1050" b="1">
                <a:solidFill>
                  <a:srgbClr val="4F46E5"/>
                </a:solidFill>
              </a:defRPr>
            </a:pPr>
            <a:r>
              <a:t>✓ Deterministic Auto-Repair (100%):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Automatic tabindex normalization repairing scrambled focus orders.</a:t>
            </a:r>
          </a:p>
          <a:p>
            <a:pPr>
              <a:defRPr sz="1050" b="1">
                <a:solidFill>
                  <a:srgbClr val="4F46E5"/>
                </a:solidFill>
              </a:defRPr>
            </a:pPr>
            <a:r>
              <a:t>✓ Interactive Web Studio &amp; Lab (100%):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Dual-pane studio, Monaco-like editor, file upload, preset selector, real-time diagnostic console.</a:t>
            </a:r>
          </a:p>
          <a:p>
            <a:pPr>
              <a:defRPr sz="1050" b="1">
                <a:solidFill>
                  <a:srgbClr val="4F46E5"/>
                </a:solidFill>
              </a:defRPr>
            </a:pPr>
            <a:r>
              <a:t>✓ Accessible HTML CodeGen (100%):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Generates pixel-perfect macOS browser mockup and reactive standalone HTML5 artifacts.</a:t>
            </a:r>
          </a:p>
          <a:p>
            <a:pPr>
              <a:defRPr sz="1050" b="1">
                <a:solidFill>
                  <a:srgbClr val="4F46E5"/>
                </a:solidFill>
              </a:defRPr>
            </a:pPr>
            <a:r>
              <a:t>✓ Evaluation Suite (100%):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20 benchmark test programs (10 clean + 10 buggy), 29/29 unit tests passing.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REMAINING ROADMAP (FINAL 25% SCOPE)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Work In Progress for Final Review &amp; Evaluation</a:t>
            </a:r>
          </a:p>
          <a:p>
            <a:pPr>
              <a:defRPr sz="1050" b="1">
                <a:solidFill>
                  <a:srgbClr val="D97706"/>
                </a:solidFill>
              </a:defRPr>
            </a:pPr>
            <a:r>
              <a:t>⏳ Symbolic BDD / SAT Exploration (10%):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Expanding beyond bounded brute-force k &lt;= 6 to symbolic Binary Decision Diagrams (BDD) supporting k &gt;= 20 toggles.</a:t>
            </a:r>
          </a:p>
          <a:p>
            <a:pPr>
              <a:defRPr sz="1050" b="1">
                <a:solidFill>
                  <a:srgbClr val="D97706"/>
                </a:solidFill>
              </a:defRPr>
            </a:pPr>
            <a:r>
              <a:t>⏳ JSX / TSX AST Frontend Plugin (5%):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Direct Babel / TypeScript compiler plugin to verify React/Vue components without manual DSL rewrite.</a:t>
            </a:r>
          </a:p>
          <a:p>
            <a:pPr>
              <a:defRPr sz="1050" b="1">
                <a:solidFill>
                  <a:srgbClr val="D97706"/>
                </a:solidFill>
              </a:defRPr>
            </a:pPr>
            <a:r>
              <a:t>⏳ Multi-Level Nested Modal Scoping (5%):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Deeply nested dialog focus trapping scopes (WAI-ARIA modal trap boundaries) with focus history stack.</a:t>
            </a:r>
          </a:p>
          <a:p>
            <a:pPr>
              <a:defRPr sz="1050" b="1">
                <a:solidFill>
                  <a:srgbClr val="D97706"/>
                </a:solidFill>
              </a:defRPr>
            </a:pPr>
            <a:r>
              <a:t>⏳ Audio Screen Reader Synthesizer (5%):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Embedded Web Speech API audio simulator to audition screen reader auditory cues directly in the Web Studio.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75% IMPLEMENTATION ARTIFACT • LIVE STUDIO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Web Studio Dashboard: Key Performance Indicators &amp; Architecture</a:t>
            </a:r>
          </a:p>
        </p:txBody>
      </p:sp>
      <p:pic>
        <p:nvPicPr>
          <p:cNvPr id="3" name="Picture 2" descr="shot_hero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296449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4663440"/>
            <a:ext cx="1072865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475488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HIGHLIGHTS OF STUDIO SYSTEM MONITORING: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Exhaustive Bounded State Metric: Explores 2^k boolean states in &lt;1.5 ms; verifies all transitions along hypercube edges.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100% Recall &amp; 0% False Positives: Accurately flags all 11 defects across benchmark suite with zero false alarms.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Axe-Core Gap Metric (+100%): Highlights the single-render blindspot where runtime tools fail on all transition focus traps.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75% IMPLEMENTATION ARTIFACT • LIVE STUDIO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Interactive DSL Studio: Real-Time Clean Code Verification</a:t>
            </a:r>
          </a:p>
        </p:txBody>
      </p:sp>
      <p:pic>
        <p:nvPicPr>
          <p:cNvPr id="3" name="Picture 2" descr="shot_edito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30557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120640"/>
            <a:ext cx="10728655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521208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DUAL-PANE COMPILATION &amp; MODEL CHECKING WORKFLOW: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Left Pane (Interactive Editor): Syntax-highlighted code editor with live editing, Ctrl+Enter hotkey, and file upload (.dsl).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Right Pane (Real-Time Console): Verifies all 3 WCAG rules across 2^k states in &lt;1.5 ms, confirming zero violations.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75% IMPLEMENTATION ARTIFACT • LIVE STUDIO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Defect Diagnostic Engine: Actionable WCAG Remediation</a:t>
            </a:r>
          </a:p>
        </p:txBody>
      </p:sp>
      <p:pic>
        <p:nvPicPr>
          <p:cNvPr id="3" name="Picture 2" descr="shot_editor_vi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30557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120640"/>
            <a:ext cx="10728655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521208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INTELLIGENT DEFECT REPORTING &amp; USER IMPACT ANALYSIS: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Precise Defect Identification: Pinpoints offending element ID (#modal-close-action), source location (Line 9:5), and WCAG rule.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Actionable Remediation: Directly suggests concrete fix (e.g., focus_fallback="open-modal-trigger") to eliminate trap.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75% IMPLEMENTATION ARTIFACT • LIVE STUDIO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Code Generator: Standalone Reactive HTML5 Web Playground</a:t>
            </a:r>
          </a:p>
        </p:txBody>
      </p:sp>
      <p:pic>
        <p:nvPicPr>
          <p:cNvPr id="3" name="Picture 2" descr="shot_browser_san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628191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303520"/>
            <a:ext cx="10728655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53949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REACTIVE WEB SANDBOX &amp; ACCESSIBLE EXPORT: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Live State Machine: Toggles reactive boolean variables, updates show_when DOM nodes, and auto-restores vanishing focus.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Standalone Export ([💾 Save HTML]): Generates a self-contained HTML page featuring browser chrome and offline reactivity.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CSE4001 • COMPILER DESIGN | PROJECT REVIEW 2 (75% IMPLEMENTATION)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Performance Benchmark: A11yCC vs. Industry Accessibility Tools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Tool / Engine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Verification Phase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Dynamic State Space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Transition Trap 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False Positives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Verification Speed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A11yCC (Proposed)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Compile-Time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Exhaustive (All 2^k)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(3/3 Traps)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0.0% (0 FP)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&lt; 1.5 ms / program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axe-core (Industry Std)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DOM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Single Snapshot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0.0% (0/3 Traps)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50 - 300 ms (headless)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ESLint-jsx-a11y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Static AST Linter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None (Static AST)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0.0% (0/3 Traps)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15 - 25% (heuristics)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10 - 50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Google Lighthouse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Runtime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Single Snapshot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0.0% (0/3 Traps)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2,000 - 5,000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Pa11y (CLI)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Runtime CLI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Single Snapshot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0.0% (0/3 Traps)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1,500 - 4,000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663440"/>
            <a:ext cx="1072865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475488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KEY EMPIRICAL FINDINGS &amp; NOVELTY VALIDATION: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100% Transition Defect Recall: A11yCC detected 100% of state-transition focus traps across buggy benchmarks; axe-core detected 0%.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Zero False Positives (NFR2): Clean benchmark suite passed with 0 errors, validating sound semantics without spurious warnings.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Ultra-Low Verification Latency: Average check time of 1.08 ms enables real-time IDE/compiler feedback without pipeline delays.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CSE4001 • COMPILER DESIGN | PROJECT REVIEW 2 (75% IMPLEMENTATION)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State-Space Model Checking: Algorithmic Complexity &amp; Guarantees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MATHEMATICAL FORMULATION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Hypercube Transition Model Q_k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State Space S: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For k declared boolean toggles, state space S = {0, 1}^k with exactly |S| = 2^k discrete system states.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Transition Edges E: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Transitions (s, s') in E correspond to Hamming distance 1 flips, forming a k-dimensional hypercube graph Q_k with k * 2^(k-1) directed edges.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Temporal Focus Invariance: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For every reachable edge (s, s') in E, if element e is visible and focused in state s, but e is hidden in state s', then e.focus_fallback must be defined and visible in state s'.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Topological Reading Sequence: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For all s in S, the visible elements ordered by tabindex must strictly match the spatial raster sequence sorted by (y, x).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COMPUTATIONAL BOUNDS &amp; EFFICIENCY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Exhaustive Verification Under 2.0 ms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✓ State Space Bound (NFR1):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Enforces k &lt;= 6 bounded model checking. Maximum explored state space is 2^6 = 64 states and 384 transitions, preventing combinatorial explosion during interactive compilation.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✓ State Evaluation Complexity: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O(2^k * N) where N is the number of AST elements. Each boolean expression is evaluated via linear AST walk.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✓ Empirical Scaling: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k = 1: 0.41 ms (2 states) | k = 2: 0.65 ms (4 states) | k = 3: 0.85 ms (8 states) | k = 6: 1.50 ms (64 states).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✓ Formal Safety Guarantee: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Sound and complete verification over the bounded domain: zero false negatives on reachable transition traps.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PROJECT REVIEW 2 • CRITICAL REFLECTION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Current Limitations: Engineering Bottlenecks Identified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t>1. Bounded Toggle Limit (k &lt;= 6)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Current brute-force state enumeration scales as O(2^k). While optimal for typical UI widgets (modal dialogs, toolbars, wizards), systems with 10+ independent toggles cause state explosion without symbolic representation.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t>2. Flat Modal Scoping vs. Nested Traps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Currently models single-level container hierarchies. Complex nested dialogs (e.g. confirmation modal stacked inside a drawer) require nested focus-trap fencing and history stacks.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3. Standalone DSL vs Direct JSX/TSX Linting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Requires developers to author UI code in the A11yCC DSL or transpile to it. Directly linting existing React / Vue component ASTs is currently in development.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420624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4. Discrete Boolean States Only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Continuous or asynchronous state transitions (e.g. animated scroll position, network loading delays, drag-and-drop operations) are not yet represented in the boolean toggle vector.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REMAINING 25% IMPLEMENTATION ROADMAP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Future Roadmap: Planned Improvements for Final Submission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F46E5"/>
                </a:solidFill>
              </a:defRPr>
            </a:pPr>
            <a:r>
              <a:t>1. Symbolic Model Checking (BDD / SAT)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Replace explicit state enumeration with Binary Decision Diagrams (BDDs) and Z3 SMT solver integration to support k &gt;= 20 toggles (1,000,000+ states) in &lt;10 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F46E5"/>
                </a:solidFill>
              </a:defRPr>
            </a:pPr>
            <a:r>
              <a:t>2. React / JSX AST Compiler Plugin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Develop a Babel and ESLint compiler plugin that parses JSX conditional rendering (`{isOpen &amp;&amp; &lt;Modal /&gt;}`) directly into A11yCC state transition graphs.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3. Multi-Modal Focus Trapping Scopes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Implement WAI-ARIA 1.2 modal dialog fencing (`aria-modal="true"`) with automated pushdown focus restoration stacks for stacked dialogs.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420624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4. Audio Screen Reader Emulation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Integrate the browser Web Speech API into the Web Studio to synthesize auditory screen reader announcements during simulated tab traversal.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CSE4001 • COMPILER DESIGN | PROJECT REVIEW 2 (75% IMPLEMENTATION)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Deliverables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MILESTONE 2 DELIVERABLES SUMMARY</a:t>
            </a:r>
          </a:p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</a:defRPr>
            </a:pPr>
            <a:r>
              <a:t>All Project Review 2 Objectives Met Ahead of Schedule</a:t>
            </a:r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✓ Working Compiler Implementation: 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   Modular Python backend implementing Lexer, Parser, Symbol Table, State Space Explorer, Model Checker, and HTML Code Generator (100% standard library).</a:t>
            </a:r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✓ 29/29 Comprehensive Unit Tests: 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   Full test coverage across lexing, parsing, symbol tables, hypercube state space bounds, and auto-repair algorithms.</a:t>
            </a:r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✓ 20-Program Benchmark Evaluation Suite: 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   10 clean programs verified with 0 false positives; 10 buggy programs verified with 100% defect recall.</a:t>
            </a:r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✓ Interactive Web Verification Studio: 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   Dual-pane studio with custom code editor, file uploader, live WCAG diagnostic console, and standalone HTML exporter.</a:t>
            </a:r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✓ Demonstrated Academic Novelty: 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   Overcomes the single-render blindspot of industry engines like axe-core by solving transition-time focus traps.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2155</Words>
  <Application>Microsoft Office PowerPoint</Application>
  <PresentationFormat>Widescreen</PresentationFormat>
  <Paragraphs>188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Dharsan UDAYAKUMAR</cp:lastModifiedBy>
  <cp:revision>2</cp:revision>
  <dcterms:created xsi:type="dcterms:W3CDTF">2013-01-27T09:14:16Z</dcterms:created>
  <dcterms:modified xsi:type="dcterms:W3CDTF">2026-10-06T10:37:50Z</dcterms:modified>
  <cp:category/>
</cp:coreProperties>
</file>